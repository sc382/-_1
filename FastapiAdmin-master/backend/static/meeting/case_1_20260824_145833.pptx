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74519"/>
            <a:ext cx="1097280" cy="8229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EA5E9"/>
                </a:solidFill>
                <a:latin typeface="微软雅黑"/>
              </a:rPr>
              <a:t>智慧胸痛中心 · 持续质量改进会议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微软雅黑"/>
              </a:rPr>
              <a:t>演示医院</a:t>
            </a:r>
          </a:p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微软雅黑"/>
              </a:rPr>
              <a:t>典型病例讨论会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977639"/>
            <a:ext cx="7315200" cy="27432"/>
          </a:xfrm>
          <a:prstGeom prst="rect">
            <a:avLst/>
          </a:prstGeom>
          <a:solidFill>
            <a:srgbClr val="3B5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2519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BFD3F2"/>
                </a:solidFill>
                <a:latin typeface="微软雅黑"/>
              </a:rPr>
              <a:t>统计区间：2026-07-25 至 2026-08-24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09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BFD3F2"/>
                </a:solidFill>
                <a:latin typeface="微软雅黑"/>
              </a:rPr>
              <a:t>生成时间：2026年08月24日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7315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554480"/>
            <a:ext cx="68580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664207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937"/>
                </a:solidFill>
                <a:latin typeface="微软雅黑"/>
              </a:rPr>
              <a:t>一、本院指标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697480"/>
            <a:ext cx="68580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9748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807208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937"/>
                </a:solidFill>
                <a:latin typeface="微软雅黑"/>
              </a:rPr>
              <a:t>二、质控时间指标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840480"/>
            <a:ext cx="68580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84048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950208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937"/>
                </a:solidFill>
                <a:latin typeface="微软雅黑"/>
              </a:rPr>
              <a:t>三、问题病历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4983480"/>
            <a:ext cx="68580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98348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5093208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937"/>
                </a:solidFill>
                <a:latin typeface="微软雅黑"/>
              </a:rPr>
              <a:t>四、改进意见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一  本院指标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</a:rPr>
              <a:t>智慧胸痛中心 · 演示医院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2563EB"/>
                </a:solidFill>
                <a:latin typeface="微软雅黑"/>
              </a:rPr>
              <a:t>统计病例总数：9 例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103120"/>
          <a:ext cx="512063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2384"/>
                <a:gridCol w="2048255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病例状态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数量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填报中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待审核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已通过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驳回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09360" y="19659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2937"/>
                </a:solidFill>
                <a:latin typeface="微软雅黑"/>
              </a:rPr>
              <a:t>诊断分布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2514600"/>
          <a:ext cx="512063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2384"/>
                <a:gridCol w="2048255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诊断类型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数量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STEMI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主动脉夹层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UA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二  质控时间指标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</a:rPr>
              <a:t>智慧胸痛中心 · 演示医院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4164"/>
                <a:gridCol w="2674620"/>
                <a:gridCol w="2139696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指标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达标例数/总数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达标率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发病-首次医疗接触(S2FMC)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1/1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100.0%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首次接触-首份心电图(FMC2ECG)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1/1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入门-球囊开通(D2W)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1/1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100.0%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首次接触-球囊开通(FMC2W)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1/1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入门-肌钙蛋白(D2N)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1/1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100.0%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486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标准：FMC2ECG ≤10min ｜ D2W ≤90min ｜ FMC2W ≤120min ｜ D2N ≤20min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三  问题病历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</a:rPr>
              <a:t>智慧胸痛中心 · 演示医院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698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4468"/>
                <a:gridCol w="2139696"/>
                <a:gridCol w="2674620"/>
                <a:gridCol w="2139696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病例编号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患者姓名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诊断类型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状态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-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李小红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-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驳回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C202608202229549291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测试病例编号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驳回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CASE202608240001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测试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UA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待审核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四  改进意见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</a:rPr>
              <a:t>智慧胸痛中心 · 演示医院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32004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508760"/>
            <a:ext cx="9875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F2937"/>
                </a:solidFill>
                <a:latin typeface="微软雅黑"/>
              </a:rPr>
              <a:t>1. 各时间指标整体良好，继续保持并完善数据填报完整率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微软雅黑"/>
              </a:rPr>
              <a:t>持续改进 · 服务患者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BFD3F2"/>
                </a:solidFill>
                <a:latin typeface="微软雅黑"/>
              </a:rPr>
              <a:t>智慧胸痛中心 · 演示医院 · 2026年08月24日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