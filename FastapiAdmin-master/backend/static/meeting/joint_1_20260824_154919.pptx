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874519"/>
            <a:ext cx="1097280" cy="8229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0515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EA5E9"/>
                </a:solidFill>
                <a:latin typeface="微软雅黑"/>
              </a:rPr>
              <a:t>智慧胸痛中心 · 持续质量改进会议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FFFFFF"/>
                </a:solidFill>
                <a:latin typeface="微软雅黑"/>
              </a:rPr>
              <a:t>演示医院</a:t>
            </a:r>
          </a:p>
          <a:p>
            <a:pPr algn="l">
              <a:lnSpc>
                <a:spcPct val="115000"/>
              </a:lnSpc>
            </a:pPr>
            <a:r>
              <a:rPr sz="4400" b="1">
                <a:solidFill>
                  <a:srgbClr val="FFFFFF"/>
                </a:solidFill>
                <a:latin typeface="微软雅黑"/>
              </a:rPr>
              <a:t>联合例会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977639"/>
            <a:ext cx="7315200" cy="27432"/>
          </a:xfrm>
          <a:prstGeom prst="rect">
            <a:avLst/>
          </a:prstGeom>
          <a:solidFill>
            <a:srgbClr val="3B5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2519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BFD3F2"/>
                </a:solidFill>
                <a:latin typeface="微软雅黑"/>
              </a:rPr>
              <a:t>统计区间：全部 至 至今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7091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BFD3F2"/>
                </a:solidFill>
                <a:latin typeface="微软雅黑"/>
              </a:rPr>
              <a:t>生成时间：2026年08月24日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7315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目录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554480"/>
            <a:ext cx="685800" cy="685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554480"/>
            <a:ext cx="685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664207"/>
            <a:ext cx="8229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F2937"/>
                </a:solidFill>
                <a:latin typeface="微软雅黑"/>
              </a:rPr>
              <a:t>一、病例概况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2697480"/>
            <a:ext cx="685800" cy="685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697480"/>
            <a:ext cx="685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2807208"/>
            <a:ext cx="8229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F2937"/>
                </a:solidFill>
                <a:latin typeface="微软雅黑"/>
              </a:rPr>
              <a:t>二、来院方式与转诊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3840480"/>
            <a:ext cx="685800" cy="685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840480"/>
            <a:ext cx="685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3950208"/>
            <a:ext cx="8229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F2937"/>
                </a:solidFill>
                <a:latin typeface="微软雅黑"/>
              </a:rPr>
              <a:t>三、质控时间指标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4983480"/>
            <a:ext cx="685800" cy="685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983480"/>
            <a:ext cx="685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5093208"/>
            <a:ext cx="8229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F2937"/>
                </a:solidFill>
                <a:latin typeface="微软雅黑"/>
              </a:rPr>
              <a:t>四、协同改进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一  病例概况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微软雅黑"/>
              </a:rPr>
              <a:t>智慧胸痛中心 · 演示医院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2563EB"/>
                </a:solidFill>
                <a:latin typeface="微软雅黑"/>
              </a:rPr>
              <a:t>统计病例总数：9 例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2103120"/>
          <a:ext cx="5120639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2384"/>
                <a:gridCol w="2048255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病例状态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数量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填报中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5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待审核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已通过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驳回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309360" y="196596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2937"/>
                </a:solidFill>
                <a:latin typeface="微软雅黑"/>
              </a:rPr>
              <a:t>诊断分布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309360" y="2514600"/>
          <a:ext cx="5120639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2384"/>
                <a:gridCol w="2048255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诊断类型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数量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STEMI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主动脉夹层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UA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09360" y="420624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2937"/>
                </a:solidFill>
                <a:latin typeface="微软雅黑"/>
              </a:rPr>
              <a:t>来院方式分布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309360" y="4754880"/>
          <a:ext cx="5120639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2384"/>
                <a:gridCol w="2048255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来院方式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数量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120 急救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5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自行来院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二  来院方式与转诊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微软雅黑"/>
              </a:rPr>
              <a:t>智慧胸痛中心 · 演示医院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563EB"/>
                </a:solidFill>
                <a:latin typeface="微软雅黑"/>
              </a:rPr>
              <a:t>来院方式构成（院前-院内协同入口）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920240"/>
          <a:ext cx="5120639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2384"/>
                <a:gridCol w="2048255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来院方式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数量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120 急救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5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自行来院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402336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2937"/>
                </a:solidFill>
                <a:latin typeface="微软雅黑"/>
              </a:rPr>
              <a:t>转诊互通病例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6344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059669"/>
                </a:solidFill>
                <a:latin typeface="微软雅黑"/>
              </a:rPr>
              <a:t>✅ 区间内无转诊病例，区域协同以院内流程为主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三  质控时间指标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微软雅黑"/>
              </a:rPr>
              <a:t>智慧胸痛中心 · 演示医院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106984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4164"/>
                <a:gridCol w="2674620"/>
                <a:gridCol w="2139696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指标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达标例数/总数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达标率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发病-首次医疗接触(S2FMC)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1/1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100.0%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首次接触-首份心电图(FMC2ECG)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1/1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100.0%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入门-球囊开通(D2W)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1/1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100.0%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首次接触-球囊开通(FMC2W)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1/1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100.0%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入门-肌钙蛋白(D2N)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1/1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100.0%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4864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7280"/>
                </a:solidFill>
                <a:latin typeface="微软雅黑"/>
              </a:rPr>
              <a:t>标准：FMC2ECG ≤10min ｜ D2W ≤90min ｜ FMC2W ≤120min ｜ D2N ≤20min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四  协同改进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微软雅黑"/>
              </a:rPr>
              <a:t>智慧胸痛中心 · 演示医院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27632"/>
            <a:ext cx="320040" cy="3200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508760"/>
            <a:ext cx="9875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1F2937"/>
                </a:solidFill>
                <a:latin typeface="微软雅黑"/>
              </a:rPr>
              <a:t>1. 区间内 3 份问题病历（驳回/待审核），需规范填报与审核闭环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97479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B7280"/>
                </a:solidFill>
                <a:latin typeface="微软雅黑"/>
              </a:rPr>
              <a:t>协同机制：胸痛中心-急诊科-导管室-心内科-院前急救 多科室联合响应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FFFFFF"/>
                </a:solidFill>
                <a:latin typeface="微软雅黑"/>
              </a:rPr>
              <a:t>持续改进 · 服务患者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40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BFD3F2"/>
                </a:solidFill>
                <a:latin typeface="微软雅黑"/>
              </a:rPr>
              <a:t>智慧胸痛中心 · 演示医院 · 2026年08月24日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