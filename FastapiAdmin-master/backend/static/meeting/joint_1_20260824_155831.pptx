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联合例会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统计区间：2026-07-25 至 2026-08-24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一、病例概况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二、来院方式与转诊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三、质控时间指标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四、协同改进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统计病例总数：9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主动脉夹层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UA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206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来院方式分布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475488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来院方式与转诊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微软雅黑"/>
              </a:rPr>
              <a:t>来院方式构成（院前-院内协同入口）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转诊互通病例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59669"/>
                </a:solidFill>
                <a:latin typeface="微软雅黑"/>
              </a:rPr>
              <a:t>✅ 区间内无转诊病例，区域协同以院内流程为主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协同改进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区间内 3 份问题病历（驳回/待审核），需规范填报与审核闭环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协同机制：胸痛中心-急诊科-导管室-心内科-院前急救 多科室联合响应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