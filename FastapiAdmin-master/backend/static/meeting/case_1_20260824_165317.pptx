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874519"/>
            <a:ext cx="1097280" cy="82296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515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EA5E9"/>
                </a:solidFill>
                <a:latin typeface="微软雅黑"/>
              </a:rPr>
              <a:t>智慧胸痛中心 · 典型病例讨论会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200" b="1">
                <a:solidFill>
                  <a:srgbClr val="FFFFFF"/>
                </a:solidFill>
                <a:latin typeface="微软雅黑"/>
              </a:rPr>
              <a:t>王小明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FD3F2"/>
                </a:solidFill>
                <a:latin typeface="微软雅黑"/>
              </a:rPr>
              <a:t>病例编号：CASE202608240005 ｜ 诊断：STEMI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069080"/>
            <a:ext cx="7315200" cy="27432"/>
          </a:xfrm>
          <a:prstGeom prst="rect">
            <a:avLst/>
          </a:prstGeom>
          <a:solidFill>
            <a:srgbClr val="3B5B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BFD3F2"/>
                </a:solidFill>
                <a:latin typeface="微软雅黑"/>
              </a:rPr>
              <a:t>演示医院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生成时间：2026年08月24日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一  病例基本信息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6400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/>
                <a:gridCol w="3657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患者姓名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王小明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性别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年龄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58 岁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联系电话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13812345678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来院方式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120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诊断类型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STEMI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病例编号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CASE202608240005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病例状态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已通过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提交医生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医生一号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417320"/>
            <a:ext cx="3840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微软雅黑"/>
              </a:rPr>
              <a:t>补充信息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589520" y="1965960"/>
          <a:ext cx="5943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27432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项目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内容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住院号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ZY20260821001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出院日期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2026-08-21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出院诊断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出院转归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二  救治时间轴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7315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/>
                <a:gridCol w="320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时间节点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时间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发病时间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2026-08-20 08:30:00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呼救时间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到达大门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首次医疗接触 FMC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首份心电图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肌钙蛋白抽血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导管室激活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穿刺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球囊开通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手术结束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三  质控时间指标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85039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"/>
                <a:gridCol w="164592"/>
                <a:gridCol w="164592"/>
                <a:gridCol w="13716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耗时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标准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判定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发病-首次医疗接触(S2FMC)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首次接触-首份心电图(FMC2ECG)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入门-球囊开通(D2W)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首次接触-球囊开通(FMC2W)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入门-肌钙蛋白(D2N)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无数据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1F2937"/>
                          </a:solidFill>
                          <a:latin typeface="微软雅黑"/>
                        </a:rPr>
                        <a:t>-</a:t>
                      </a:r>
                    </a:p>
                  </a:txBody>
                  <a:tcPr anchor="ctr"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微软雅黑"/>
              </a:rPr>
              <a:t>标准：FMC2ECG ≤10min ｜ D2W ≤90min ｜ FMC2W ≤120min ｜ D2N ≤20min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五  问题与改进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微软雅黑"/>
              </a:rPr>
              <a:t>智慧胸痛中心 · 演示医院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DC2626"/>
                </a:solidFill>
                <a:latin typeface="微软雅黑"/>
              </a:rPr>
              <a:t>缺失必填字段（1 项）：患者姓名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7280"/>
                </a:solidFill>
                <a:latin typeface="微软雅黑"/>
              </a:rPr>
              <a:t>讨论要点：再灌注策略选择、时间节点管理、双抗/抗凝/他汀规范化、出院随访依从性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微软雅黑"/>
              </a:rPr>
              <a:t>持续改进 · 服务患者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0">
                <a:solidFill>
                  <a:srgbClr val="BFD3F2"/>
                </a:solidFill>
                <a:latin typeface="微软雅黑"/>
              </a:rPr>
              <a:t>智慧胸痛中心 · 演示医院 · 2026年08月24日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