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97280" cy="822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A5E9"/>
                </a:solidFill>
                <a:latin typeface="微软雅黑"/>
              </a:rPr>
              <a:t>智慧胸痛中心 · 持续质量改进会议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演示医院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联合例会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7315200" cy="27432"/>
          </a:xfrm>
          <a:prstGeom prst="rect">
            <a:avLst/>
          </a:prstGeom>
          <a:solidFill>
            <a:srgbClr val="3B5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FD3F2"/>
                </a:solidFill>
                <a:latin typeface="微软雅黑"/>
              </a:rPr>
              <a:t>统计区间：2026-07-27 至 2026-08-26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生成时间：2026年08月26日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64207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一、病例概况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07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二、来院方式与转诊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50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三、质控时间指标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09320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</a:rPr>
              <a:t>四、协同改进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  病例概况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563EB"/>
                </a:solidFill>
                <a:latin typeface="微软雅黑"/>
              </a:rPr>
              <a:t>统计病例总数：3 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51206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病例状态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填报中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待审核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已通过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驳回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诊断分布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514600"/>
          <a:ext cx="512063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NSTEMI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ACS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09360" y="4206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来院方式分布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4754880"/>
          <a:ext cx="51206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120 急救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自行来院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  来院方式与转诊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微软雅黑"/>
              </a:rPr>
              <a:t>来院方式构成（院前-院内协同入口）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20240"/>
          <a:ext cx="51206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204825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120 急救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自行来院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转诊互通病例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59669"/>
                </a:solidFill>
                <a:latin typeface="微软雅黑"/>
              </a:rPr>
              <a:t>✅ 区间内无转诊病例，区域协同以院内流程为主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  质控时间指标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4164"/>
                <a:gridCol w="2674620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达标例数/总数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达标率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发病-首次医疗接触(S2FMC)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0/0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首次接触-首份心电图(FMC2ECG)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0/0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入门-球囊开通(D2W)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0/0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首次接触-球囊开通(FMC2W)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0/0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入门-肌钙蛋白(D2N)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0/0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标准：FMC2ECG ≤10min ｜ D2W ≤90min ｜ FMC2W ≤120min ｜ D2N ≤20min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四  协同改进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32004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2937"/>
                </a:solidFill>
                <a:latin typeface="微软雅黑"/>
              </a:rPr>
              <a:t>1. 区间内 2 份问题病历（驳回/待审核），需规范填报与审核闭环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7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微软雅黑"/>
              </a:rPr>
              <a:t>协同机制：胸痛中心-急诊科-导管室-心内科-院前急救 多科室联合响应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持续改进 · 服务患者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智慧胸痛中心 · 演示医院 · 2026年08月26日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